
<file path=[Content_Types].xml><?xml version="1.0" encoding="utf-8"?>
<Types/>
</file>

<file path=_rels/.rels><Relationships/>
</file>

<file path=ppt/presentation.xml><p:presentation/>
</file>